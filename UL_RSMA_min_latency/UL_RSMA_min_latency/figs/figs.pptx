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A06F7-9A7E-4B0B-9980-1A38BA8AD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5E9F6-8777-4E0C-A274-C6A9B79C4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756C1-63BB-4A7B-B433-B69435A8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AED7-02AF-4533-8798-FD6260A4A13D}" type="datetimeFigureOut">
              <a:rPr lang="en-US" smtClean="0"/>
              <a:t>09/30/2025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60E01-D7BE-4A62-A640-BDABB437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2438E-0D2A-46DB-A5EA-464AE501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BCDE-B52A-4259-A35C-EA0D3D60D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89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3D94-E8E9-4D48-99EE-6B5B8BF1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BCF9B-BF94-46F3-8E9E-1B0C67479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03672-72D1-4166-8C5D-607558F5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AED7-02AF-4533-8798-FD6260A4A13D}" type="datetimeFigureOut">
              <a:rPr lang="en-US" smtClean="0"/>
              <a:t>09/30/2025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C72DF-70BA-4D4B-BA5D-9522D31A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D13D5-E598-4AEA-B5EA-0697EC768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BCDE-B52A-4259-A35C-EA0D3D60D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9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AD815-7777-4952-A8EE-05FAD9320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C2065-11DC-4DE9-B2C0-68231BD4E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ECA29-1750-4D8A-9928-FD9F15096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AED7-02AF-4533-8798-FD6260A4A13D}" type="datetimeFigureOut">
              <a:rPr lang="en-US" smtClean="0"/>
              <a:t>09/30/2025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135FA-A424-46DC-8344-C0E46E114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C7C42-8373-4473-A3EB-2DCABF1D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BCDE-B52A-4259-A35C-EA0D3D60D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2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DBE5E-F36C-4D01-8216-AFE0073E3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CD4E0-5075-49B4-B9EF-40B85ED83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A1DC7-6CFE-4E78-90E5-3081C2746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8A1BC-F6F7-4083-A2B3-D8CE583C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AED7-02AF-4533-8798-FD6260A4A13D}" type="datetimeFigureOut">
              <a:rPr lang="en-US" smtClean="0"/>
              <a:t>09/30/2025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7AE0B-A6F7-4A2C-A4E3-DD3A577B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5DF0F-DAEA-4A66-9366-04A6018B5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BCDE-B52A-4259-A35C-EA0D3D60D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8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34E5-6FBC-44C7-B39D-02320053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56E2D-B2AC-4BE6-9B37-B0995D97D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15163-C4F7-437A-82F3-93068673C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5AEB99-26B9-4121-BF61-4D81F840E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518CC-CBC8-4FD8-A15F-9A0686DB6C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93431E-207C-41DB-9A0E-76946609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AED7-02AF-4533-8798-FD6260A4A13D}" type="datetimeFigureOut">
              <a:rPr lang="en-US" smtClean="0"/>
              <a:t>09/30/2025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C32D8-131D-42B9-9E1F-7E2FFB39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76DDD6-93EB-49AB-86F1-A54A1FE2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BCDE-B52A-4259-A35C-EA0D3D60D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00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BBCE-D546-48A8-8D56-2ACE1637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7AC27A-47C3-4B81-949C-4FF351FC7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AED7-02AF-4533-8798-FD6260A4A13D}" type="datetimeFigureOut">
              <a:rPr lang="en-US" smtClean="0"/>
              <a:t>09/30/2025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749C28-99D7-46D5-A2F7-465E2B60D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12442-343C-485A-90C6-7FCEFBA6C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BCDE-B52A-4259-A35C-EA0D3D60D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24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ADD3A-E945-49DF-859B-FF12DB432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AED7-02AF-4533-8798-FD6260A4A13D}" type="datetimeFigureOut">
              <a:rPr lang="en-US" smtClean="0"/>
              <a:t>09/30/2025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07C448-1FE5-4C5A-9BC0-D24BED4D8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B2136-BA2A-43E5-9218-980CEA03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BCDE-B52A-4259-A35C-EA0D3D60D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87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46500-FECB-423F-A406-A7DE44DC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1753A-3528-41E3-9C2E-C2809D2CA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E81DB-40A6-4CE1-BA3D-68B036E04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CAFC4-DD0C-4FB3-83FE-2C243DDC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AED7-02AF-4533-8798-FD6260A4A13D}" type="datetimeFigureOut">
              <a:rPr lang="en-US" smtClean="0"/>
              <a:t>09/30/2025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4D78A-CBBD-4AA5-9DFC-EBDB31D7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C7753-21BE-4E58-A6D1-C360A1CF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BCDE-B52A-4259-A35C-EA0D3D60D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8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C03EA-F6F2-499A-A20D-D8568480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94EEB2-6E49-458B-84BF-663786E7F0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C322F-0E58-48A2-A29B-82645D4AC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1A50F-8A88-4980-B660-5BD139D98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AED7-02AF-4533-8798-FD6260A4A13D}" type="datetimeFigureOut">
              <a:rPr lang="en-US" smtClean="0"/>
              <a:t>09/30/2025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362DF-D04E-48E6-9327-62BB13102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991C5-4CE9-43D6-BBC8-F594F9C81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BCDE-B52A-4259-A35C-EA0D3D60D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11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7F58E-44BD-4DD2-9765-C494DB3F4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59634-AD82-4B30-8EAC-4EEA72CFD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C41EC-5C2F-4BD3-B53D-47151D63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AED7-02AF-4533-8798-FD6260A4A13D}" type="datetimeFigureOut">
              <a:rPr lang="en-US" smtClean="0"/>
              <a:t>09/30/2025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075B6-9289-4A28-AE98-7E7362341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440BA-BC6E-44A3-AF95-95646CE7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BCDE-B52A-4259-A35C-EA0D3D60D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11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A12305-6250-4F45-9680-93ED08DAA2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8BFFE-E263-4E2D-AC90-EB2021253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F8B5E-6211-4C1E-B114-C667D665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AED7-02AF-4533-8798-FD6260A4A13D}" type="datetimeFigureOut">
              <a:rPr lang="en-US" smtClean="0"/>
              <a:t>09/30/2025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14015-A0F2-4EBF-AF2B-73C8F7CC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D3948-5E94-4413-B71D-35ECA117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BCDE-B52A-4259-A35C-EA0D3D60D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21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29B857-DA95-4FBD-9728-B704EFA2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30985-7052-47E4-8DC8-EFAC4083F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37837-D3F8-4FF8-A9BE-430B81670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6AED7-02AF-4533-8798-FD6260A4A13D}" type="datetimeFigureOut">
              <a:rPr lang="en-US" smtClean="0"/>
              <a:t>09/30/2025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EDBE0-8FBF-42A6-8F30-08EE11336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4B196-9946-478E-9119-7E1D8E181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ABCDE-B52A-4259-A35C-EA0D3D60D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3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CD74D6-77AB-4A62-9A8C-B030659FB90F}"/>
              </a:ext>
            </a:extLst>
          </p:cNvPr>
          <p:cNvSpPr/>
          <p:nvPr/>
        </p:nvSpPr>
        <p:spPr>
          <a:xfrm>
            <a:off x="2047875" y="2562225"/>
            <a:ext cx="7867650" cy="933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35608E-C86E-4536-8F04-319898064A64}"/>
              </a:ext>
            </a:extLst>
          </p:cNvPr>
          <p:cNvCxnSpPr>
            <a:cxnSpLocks/>
          </p:cNvCxnSpPr>
          <p:nvPr/>
        </p:nvCxnSpPr>
        <p:spPr>
          <a:xfrm>
            <a:off x="3888825" y="2575035"/>
            <a:ext cx="0" cy="920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122742-BDBB-4C8D-B42E-78D6E78A31E2}"/>
              </a:ext>
            </a:extLst>
          </p:cNvPr>
          <p:cNvCxnSpPr>
            <a:cxnSpLocks/>
          </p:cNvCxnSpPr>
          <p:nvPr/>
        </p:nvCxnSpPr>
        <p:spPr>
          <a:xfrm>
            <a:off x="5992210" y="2562225"/>
            <a:ext cx="0" cy="920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E3E437-B521-43E2-83FD-3F28DB6CCEE1}"/>
              </a:ext>
            </a:extLst>
          </p:cNvPr>
          <p:cNvCxnSpPr>
            <a:cxnSpLocks/>
          </p:cNvCxnSpPr>
          <p:nvPr/>
        </p:nvCxnSpPr>
        <p:spPr>
          <a:xfrm>
            <a:off x="8035158" y="2562225"/>
            <a:ext cx="0" cy="920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0EA1425-1B65-4421-BE68-75194A3CBB79}"/>
              </a:ext>
            </a:extLst>
          </p:cNvPr>
          <p:cNvSpPr txBox="1"/>
          <p:nvPr/>
        </p:nvSpPr>
        <p:spPr>
          <a:xfrm>
            <a:off x="2177118" y="3577639"/>
            <a:ext cx="5403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symbol/sec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E0137F-7662-49B8-983E-6DFDA6C85F9A}"/>
              </a:ext>
            </a:extLst>
          </p:cNvPr>
          <p:cNvSpPr txBox="1"/>
          <p:nvPr/>
        </p:nvSpPr>
        <p:spPr>
          <a:xfrm>
            <a:off x="2443490" y="2850689"/>
            <a:ext cx="847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7D8F0-F9D8-4B08-8E55-CAEC2D4AE06C}"/>
              </a:ext>
            </a:extLst>
          </p:cNvPr>
          <p:cNvSpPr txBox="1"/>
          <p:nvPr/>
        </p:nvSpPr>
        <p:spPr>
          <a:xfrm>
            <a:off x="4690406" y="2861286"/>
            <a:ext cx="847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ABF8C9-48F6-4CB5-BD00-519200B94705}"/>
              </a:ext>
            </a:extLst>
          </p:cNvPr>
          <p:cNvSpPr txBox="1"/>
          <p:nvPr/>
        </p:nvSpPr>
        <p:spPr>
          <a:xfrm>
            <a:off x="6733353" y="2858899"/>
            <a:ext cx="847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38D711-8C64-4B6D-8EA5-E00ECEC7C279}"/>
              </a:ext>
            </a:extLst>
          </p:cNvPr>
          <p:cNvSpPr txBox="1"/>
          <p:nvPr/>
        </p:nvSpPr>
        <p:spPr>
          <a:xfrm>
            <a:off x="8776300" y="2844284"/>
            <a:ext cx="847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B101C9-650B-4847-B883-E386BC97B3AD}"/>
              </a:ext>
            </a:extLst>
          </p:cNvPr>
          <p:cNvSpPr txBox="1"/>
          <p:nvPr/>
        </p:nvSpPr>
        <p:spPr>
          <a:xfrm>
            <a:off x="2200275" y="2201917"/>
            <a:ext cx="6807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block/frame with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 channel used (block length) for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user</a:t>
            </a: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1BDACBEA-465D-451B-9DE9-4DD888AECF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882616"/>
              </p:ext>
            </p:extLst>
          </p:nvPr>
        </p:nvGraphicFramePr>
        <p:xfrm>
          <a:off x="4243869" y="3508713"/>
          <a:ext cx="2489484" cy="63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3" imgW="1701720" imgH="431640" progId="Equation.DSMT4">
                  <p:embed/>
                </p:oleObj>
              </mc:Choice>
              <mc:Fallback>
                <p:oleObj name="Equation" r:id="rId3" imgW="17017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43869" y="3508713"/>
                        <a:ext cx="2489484" cy="631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3625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Wingdings</vt:lpstr>
      <vt:lpstr>Office Theme</vt:lpstr>
      <vt:lpstr>Equation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cfung</dc:creator>
  <cp:lastModifiedBy>cfung</cp:lastModifiedBy>
  <cp:revision>2</cp:revision>
  <dcterms:created xsi:type="dcterms:W3CDTF">2025-09-30T12:21:14Z</dcterms:created>
  <dcterms:modified xsi:type="dcterms:W3CDTF">2025-09-30T12:28:38Z</dcterms:modified>
</cp:coreProperties>
</file>